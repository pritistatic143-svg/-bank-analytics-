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  <p:sldId id="269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2026" y="3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3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1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5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7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6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2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44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6196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31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1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0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58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6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79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dirty="0"/>
              <a:t>Bank Analytics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32587"/>
            <a:ext cx="7765322" cy="4058751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36900" indent="0">
              <a:buNone/>
            </a:pPr>
            <a:r>
              <a:rPr lang="en-GB" dirty="0"/>
              <a:t>        </a:t>
            </a:r>
          </a:p>
          <a:p>
            <a:pPr marL="36900" indent="0">
              <a:buNone/>
            </a:pPr>
            <a:endParaRPr lang="en-GB" dirty="0"/>
          </a:p>
          <a:p>
            <a:pPr marL="36900" indent="0">
              <a:buNone/>
            </a:pPr>
            <a:r>
              <a:rPr lang="en-GB" dirty="0"/>
              <a:t>                      </a:t>
            </a:r>
          </a:p>
          <a:p>
            <a:pPr marL="36900" indent="0">
              <a:buNone/>
            </a:pPr>
            <a:endParaRPr lang="en-GB" dirty="0"/>
          </a:p>
          <a:p>
            <a:pPr marL="36900" indent="0">
              <a:buNone/>
            </a:pPr>
            <a:r>
              <a:rPr lang="en-GB" dirty="0"/>
              <a:t>                                                                                     Project presentation </a:t>
            </a:r>
          </a:p>
          <a:p>
            <a:pPr marL="36900" indent="0">
              <a:buNone/>
            </a:pPr>
            <a:r>
              <a:rPr lang="en-GB" dirty="0"/>
              <a:t>                                                                                    prepared by Group-4</a:t>
            </a:r>
            <a:endParaRPr dirty="0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FB90C4A8-88E2-D710-8266-2D98BA556D0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analytics uses data to improve decision-making in banking.</a:t>
            </a:r>
          </a:p>
          <a:p>
            <a:r>
              <a:t>It helps in understanding customer behavior, managing risks, and increasing profitability.</a:t>
            </a:r>
          </a:p>
          <a:p>
            <a:r>
              <a:t>This project focuses on analyzing banking data to generate meaningful insights.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7480C9E5-A749-DB1F-A115-38285034E32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includes:</a:t>
            </a:r>
          </a:p>
          <a:p>
            <a:r>
              <a:t>• Customer Data</a:t>
            </a:r>
          </a:p>
          <a:p>
            <a:r>
              <a:t>• Loan Data</a:t>
            </a:r>
          </a:p>
          <a:p>
            <a:r>
              <a:t>• Transaction Data</a:t>
            </a:r>
          </a:p>
          <a:p>
            <a:r>
              <a:t>Type: Structured Data</a:t>
            </a:r>
          </a:p>
          <a:p>
            <a:r>
              <a:t>Used for SQL analysis and dashboard creation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0634F25A-BE22-1D6D-DBAA-DCD8A76D3D9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Loan Analysis: Approval &amp; rejection trends</a:t>
            </a:r>
          </a:p>
          <a:p>
            <a:r>
              <a:rPr dirty="0"/>
              <a:t>• Customer Analysis: Segmentation based on income &amp; age</a:t>
            </a:r>
          </a:p>
          <a:p>
            <a:r>
              <a:rPr dirty="0"/>
              <a:t>• Transaction Analysis: Spending patterns</a:t>
            </a:r>
          </a:p>
          <a:p>
            <a:r>
              <a:rPr dirty="0"/>
              <a:t>• Risk Analysis: Default behavior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6727B8E-E45F-E5BD-AE29-E292B5DF023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342900">
              <a:buFont typeface="+mj-lt"/>
              <a:buAutoNum type="arabicPeriod"/>
            </a:pPr>
            <a:r>
              <a:rPr lang="en-IN" dirty="0"/>
              <a:t>Year wise loan amount Stats</a:t>
            </a:r>
          </a:p>
          <a:p>
            <a:pPr indent="-342900">
              <a:buFont typeface="+mj-lt"/>
              <a:buAutoNum type="arabicPeriod"/>
            </a:pPr>
            <a:endParaRPr lang="en-IN" dirty="0"/>
          </a:p>
          <a:p>
            <a:pPr indent="-342900">
              <a:buFont typeface="+mj-lt"/>
              <a:buAutoNum type="arabicPeriod"/>
            </a:pPr>
            <a:r>
              <a:rPr lang="en-IN" dirty="0"/>
              <a:t>Grade and sub grade wise </a:t>
            </a:r>
            <a:r>
              <a:rPr lang="en-IN" dirty="0" err="1"/>
              <a:t>revol_bal</a:t>
            </a:r>
            <a:endParaRPr lang="en-IN" dirty="0"/>
          </a:p>
          <a:p>
            <a:pPr indent="-342900">
              <a:buFont typeface="+mj-lt"/>
              <a:buAutoNum type="arabicPeriod"/>
            </a:pPr>
            <a:endParaRPr lang="en-IN" dirty="0"/>
          </a:p>
          <a:p>
            <a:pPr indent="-342900">
              <a:buFont typeface="+mj-lt"/>
              <a:buAutoNum type="arabicPeriod"/>
            </a:pPr>
            <a:r>
              <a:rPr lang="en-IN" dirty="0"/>
              <a:t>Total Payment for Verified Status Vs Total Payment for Non Verified Status</a:t>
            </a:r>
          </a:p>
          <a:p>
            <a:pPr indent="-342900">
              <a:buFont typeface="+mj-lt"/>
              <a:buAutoNum type="arabicPeriod"/>
            </a:pPr>
            <a:endParaRPr lang="en-IN" dirty="0"/>
          </a:p>
          <a:p>
            <a:pPr indent="-342900">
              <a:buFont typeface="+mj-lt"/>
              <a:buAutoNum type="arabicPeriod"/>
            </a:pPr>
            <a:r>
              <a:rPr lang="en-IN" dirty="0"/>
              <a:t>State wise and month wise loan status</a:t>
            </a:r>
          </a:p>
          <a:p>
            <a:pPr indent="-342900">
              <a:buFont typeface="+mj-lt"/>
              <a:buAutoNum type="arabicPeriod"/>
            </a:pPr>
            <a:endParaRPr lang="en-IN" dirty="0"/>
          </a:p>
          <a:p>
            <a:pPr indent="-342900">
              <a:buFont typeface="+mj-lt"/>
              <a:buAutoNum type="arabicPeriod"/>
            </a:pPr>
            <a:r>
              <a:rPr lang="en-IN" dirty="0"/>
              <a:t>Home ownership Vs last payment date stats</a:t>
            </a:r>
          </a:p>
          <a:p>
            <a:endParaRPr dirty="0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BBFB12B5-B7AF-5C0D-73DC-9D83F23621D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Data collection</a:t>
            </a:r>
          </a:p>
          <a:p>
            <a:r>
              <a:rPr dirty="0"/>
              <a:t>• Data cleaning (Excel)</a:t>
            </a:r>
          </a:p>
          <a:p>
            <a:r>
              <a:rPr dirty="0"/>
              <a:t>• SQL analysis</a:t>
            </a:r>
          </a:p>
          <a:p>
            <a:r>
              <a:rPr dirty="0"/>
              <a:t>• KPI creation</a:t>
            </a:r>
          </a:p>
          <a:p>
            <a:r>
              <a:rPr dirty="0"/>
              <a:t>• Dashboard creation (Power BI/Tableau)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FDBD4D1E-DBE1-29A1-1884-322A379C67D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income customers have higher loan approval</a:t>
            </a:r>
          </a:p>
          <a:p>
            <a:r>
              <a:t>• Default rate higher in low credit score group</a:t>
            </a:r>
          </a:p>
          <a:p>
            <a:r>
              <a:t>• Digital transactions increasing</a:t>
            </a:r>
          </a:p>
          <a:p>
            <a:r>
              <a:t>• Certain regions contribute more revenue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F619D801-A707-BDC0-F6A7-2473E41E5CA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credit policies</a:t>
            </a:r>
          </a:p>
          <a:p>
            <a:r>
              <a:t>• Focus on high-value customers</a:t>
            </a:r>
          </a:p>
          <a:p>
            <a:r>
              <a:t>• Enhance digital banking services</a:t>
            </a:r>
          </a:p>
          <a:p>
            <a:r>
              <a:t>• Reduce risk through monitoring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5D3AEC0F-A55B-5880-F63F-E549C3BA7F9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Excel</a:t>
            </a:r>
          </a:p>
          <a:p>
            <a:r>
              <a:rPr dirty="0"/>
              <a:t>• SQL</a:t>
            </a:r>
          </a:p>
          <a:p>
            <a:r>
              <a:rPr dirty="0"/>
              <a:t>• Power BI </a:t>
            </a:r>
            <a:endParaRPr lang="en-GB" dirty="0"/>
          </a:p>
          <a:p>
            <a:r>
              <a:rPr lang="en-IN" dirty="0"/>
              <a:t>•</a:t>
            </a:r>
            <a:r>
              <a:rPr dirty="0"/>
              <a:t> Tableau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4E87FB88-BE5A-1AB1-1D58-E2B9D435EE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</a:t>
            </a:r>
          </a:p>
          <a:p>
            <a:r>
              <a:t>• Data cleaning</a:t>
            </a:r>
          </a:p>
          <a:p>
            <a:r>
              <a:t>• Handling large dataset</a:t>
            </a:r>
          </a:p>
          <a:p>
            <a:r>
              <a:t>Learnings:</a:t>
            </a:r>
          </a:p>
          <a:p>
            <a:r>
              <a:t>• SQL joins</a:t>
            </a:r>
          </a:p>
          <a:p>
            <a:r>
              <a:t>• Data visualization</a:t>
            </a:r>
          </a:p>
          <a:p>
            <a:r>
              <a:t>• Business insights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43FA999F-E05C-896D-3CE8-5E88A4C4EA0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25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1972"/>
            <a:ext cx="9144000" cy="48529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3733" y="503766"/>
            <a:ext cx="683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 </a:t>
            </a:r>
            <a:r>
              <a:rPr lang="en-IN" sz="2400" b="1" dirty="0"/>
              <a:t>Bank Analytics Dashboard (Excel View)</a:t>
            </a:r>
            <a:endParaRPr lang="en-IN" sz="2400" dirty="0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475EDFB6-3979-8E2A-B0A0-3296A0C75F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766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8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917"/>
            <a:ext cx="9144000" cy="48415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26118" y="498728"/>
            <a:ext cx="5091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IN" sz="2000" b="1" dirty="0"/>
              <a:t>Bank Analytics Dashboard (MYSQL View)</a:t>
            </a:r>
            <a:endParaRPr lang="en-IN" sz="2000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77C6A191-82D6-36ED-9569-CF9A2837024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55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07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54D40-5BD2-2D8A-2B8A-4FC85051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815"/>
            <a:ext cx="9144000" cy="50823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07B851-6C35-FB33-327D-E5804565D71C}"/>
              </a:ext>
            </a:extLst>
          </p:cNvPr>
          <p:cNvSpPr/>
          <p:nvPr/>
        </p:nvSpPr>
        <p:spPr>
          <a:xfrm>
            <a:off x="0" y="206477"/>
            <a:ext cx="9144000" cy="639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 </a:t>
            </a:r>
            <a:r>
              <a:rPr lang="en-IN" b="1" dirty="0"/>
              <a:t>Bank Analytics Dashboard (Power BI View)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1F3B5A7-E157-1885-E51F-DD1AD6AA3A4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6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800"/>
            <a:ext cx="9144000" cy="48175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3500" y="558800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               </a:t>
            </a:r>
            <a:r>
              <a:rPr lang="en-IN" sz="2000" b="1" dirty="0"/>
              <a:t>Bank Analytics Dashboard (Tableau View)</a:t>
            </a:r>
            <a:endParaRPr lang="en-IN" sz="2000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D7667785-DF1A-AD28-2494-ED6576189FA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58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19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Bank analytics helps improve efficiency and decision-making.</a:t>
            </a:r>
          </a:p>
          <a:p>
            <a:r>
              <a:rPr dirty="0"/>
              <a:t>It provides insights for better customer service and risk management.</a:t>
            </a:r>
            <a:endParaRPr lang="en-GB" dirty="0"/>
          </a:p>
          <a:p>
            <a:r>
              <a:rPr lang="en-GB" dirty="0"/>
              <a:t>Bank loan data analysis helped identify key trends and risks.</a:t>
            </a:r>
          </a:p>
          <a:p>
            <a:r>
              <a:rPr lang="en-GB" dirty="0"/>
              <a:t>KPIs provided insights into customer </a:t>
            </a:r>
            <a:r>
              <a:rPr lang="en-GB" dirty="0" err="1"/>
              <a:t>behavior</a:t>
            </a:r>
            <a:r>
              <a:rPr lang="en-GB" dirty="0"/>
              <a:t> and loan performance.</a:t>
            </a:r>
          </a:p>
          <a:p>
            <a:r>
              <a:rPr lang="en-GB" dirty="0"/>
              <a:t>The project shows how analytics improves decision-making in banking.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3364A52C-F0F6-D56B-7878-8FE476B1892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944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67CB4B1D-2D7D-25D8-8B56-1784B086204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58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91</TotalTime>
  <Words>346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Calisto MT</vt:lpstr>
      <vt:lpstr>Wingdings 2</vt:lpstr>
      <vt:lpstr>Slate</vt:lpstr>
      <vt:lpstr>     Bank Analytics Project</vt:lpstr>
      <vt:lpstr>Introduction</vt:lpstr>
      <vt:lpstr>Data Overview</vt:lpstr>
      <vt:lpstr>Analysis</vt:lpstr>
      <vt:lpstr>KPIs</vt:lpstr>
      <vt:lpstr>Process</vt:lpstr>
      <vt:lpstr>Insights</vt:lpstr>
      <vt:lpstr>Recommendations</vt:lpstr>
      <vt:lpstr>Tools Used</vt:lpstr>
      <vt:lpstr>Challenges &amp; Learnings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Analytics Project</dc:title>
  <dc:subject/>
  <dc:creator>DELL</dc:creator>
  <cp:keywords/>
  <dc:description>generated using python-pptx</dc:description>
  <cp:lastModifiedBy>Anil kumar Biswal</cp:lastModifiedBy>
  <cp:revision>11</cp:revision>
  <dcterms:created xsi:type="dcterms:W3CDTF">2013-01-27T09:14:16Z</dcterms:created>
  <dcterms:modified xsi:type="dcterms:W3CDTF">2026-05-04T12:46:17Z</dcterms:modified>
  <cp:category/>
</cp:coreProperties>
</file>